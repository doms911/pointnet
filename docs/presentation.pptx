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8" r:id="rId6"/>
    <p:sldId id="258" r:id="rId7"/>
    <p:sldId id="267" r:id="rId8"/>
    <p:sldId id="259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21"/>
  </p:normalViewPr>
  <p:slideViewPr>
    <p:cSldViewPr snapToGrid="0">
      <p:cViewPr varScale="1">
        <p:scale>
          <a:sx n="126" d="100"/>
          <a:sy n="126" d="100"/>
        </p:scale>
        <p:origin x="2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0A74-6BB5-25A6-4514-10290E074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B8291-CF91-95FC-649B-AD2CFA1F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D0AFF-CF5D-4F0F-2DBE-52F82F81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A1EE8-974E-35BA-C056-B793928D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F6A25-BFE0-1BED-BE71-B418F604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77149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6D30-925C-A0E9-335A-4574A516E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1AB1-9173-E8E3-D9CA-ECB9F9563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55F89-73C3-AB35-139C-A2323B8B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53673-76C2-7FC5-FF95-56241CB7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EFCAF-9149-C210-58C3-8891ACFB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4403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5F3A-7E32-5484-65BD-B22308113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825C3-8E98-182B-B596-F5A15B2A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905F1-6459-8A7D-681C-31E085D0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EDC43-851B-5A27-07BF-73965766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36F1A-CEC7-A530-9F85-DF774C7D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2283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ABC9-C15F-F790-A549-D1F9971C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FA8DD-E23A-B21D-DC9E-E4CA36059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24D2C-3750-7BB1-B553-938496811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AE10B-8A50-76AE-19C4-D51D19BE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BA162-9AD6-6C69-3B3C-56D399AC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45820-F145-1BC0-3733-85D4D088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93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75EF-0B2D-363B-028E-A8C8BA01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A0F66-312E-DBA5-3542-9EA17D343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D5AE7-CCBD-5AD6-1782-DFFC0173D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8C3EE5-098C-AA72-0B94-EC7FEE245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49B43-82DC-1D75-580F-6663BF01D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81679-61E1-5CE6-A1DD-4D3CBB8F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DDF7F-A80F-C553-8394-4F454D4C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D010D4-371A-4187-546A-5F2F73F6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0796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41A1-3D69-5B83-B00A-E8CC1E1B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04197-F9E6-D01D-EC74-3D7AD0E35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907DA-A308-C9D2-9C8F-DC5A41B5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2DC53-91DF-C8BA-EA84-1BC4A02E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50055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17AFF-038D-C0EA-91E3-31FBDDBC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023E8-1EB6-B70F-7EA1-246F476E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921EC-2A3D-262D-BEAF-66AFD28C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4349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DD4C-2207-DFF7-3D40-84AAADC2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D2997-50E0-927E-98BA-13A135F2B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852BF-5221-EE6C-CD02-30E1E18EA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5075F-C051-24DE-CF93-4194D577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A304C-F349-02D6-06BE-BE37C0B2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C9E68-3243-9144-9FBB-AF48FA99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609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902E-347F-C204-F2ED-2489300F7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28613F-F45E-6974-2766-E06C1F6D3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61BA2-BBD7-A239-94A2-01CC85C11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58ADD-DD86-66D5-36A8-FC260C86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B8CE5-9C76-3DF7-BCD5-8A977F36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AB32-E838-8DCE-CAFF-C6091A315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806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26EC-3F6D-5565-938D-3C4931B80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179FC-678F-63AB-C210-FF437C99F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804D3-717C-C528-D244-887F1A62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A2E45-FFC9-D63F-C9D4-97A73E24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F83E5-4DCD-31B7-2608-6B899F80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563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C5C337-47E9-376D-33C6-E12353E78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29612-B9ED-923A-0827-71C2A89A2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D84F8-B92E-ED3B-BD7A-85FE0B94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476C4-126A-1533-40BA-CB764A35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6C983-D81E-126A-8E5F-ECC9C57F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8281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5D8BE-723B-0985-BDEB-7C1F1EEC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4B92A-AAEE-D0CC-8A9D-9BBF9FC5F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86B76-4572-6AF7-62F1-D72CAF50B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6466A-2311-D447-8D4C-882B4915234A}" type="datetimeFigureOut">
              <a:rPr lang="hr-HR" smtClean="0"/>
              <a:t>29.01.2026.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485DF-C57F-DCB8-1D97-DE6F3A79E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26102-114C-7671-EC14-6D9AC5D64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F02F2-2CC9-3E4F-A914-296895F7686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430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9CD8-59E0-BB4B-1791-FD92BA5FEA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Klasifikacija i segmentacija točaka oblaka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E3D7D-33F6-8B0D-0C2E-2B356152F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Dominik Barukčić</a:t>
            </a:r>
          </a:p>
        </p:txBody>
      </p:sp>
    </p:spTree>
    <p:extLst>
      <p:ext uri="{BB962C8B-B14F-4D97-AF65-F5344CB8AC3E}">
        <p14:creationId xmlns:p14="http://schemas.microsoft.com/office/powerpoint/2010/main" val="2706456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6A40-E5B2-E479-B768-51279EF2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5" name="Content Placeholder 4" descr="A diagram of different types of objects&#10;&#10;AI-generated content may be incorrect.">
            <a:extLst>
              <a:ext uri="{FF2B5EF4-FFF2-40B4-BE49-F238E27FC236}">
                <a16:creationId xmlns:a16="http://schemas.microsoft.com/office/drawing/2014/main" id="{4ACCF9C2-1B6C-2005-5D82-BA168DD3A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716" y="1016893"/>
            <a:ext cx="10892567" cy="482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D756C-23A5-1CC7-2C18-6BEB0C99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ModelNet10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FFDA9-FAC6-91BC-A530-BD4D2BA35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4899 objekata</a:t>
            </a:r>
          </a:p>
          <a:p>
            <a:r>
              <a:rPr lang="hr-HR" dirty="0"/>
              <a:t>10 klasa (</a:t>
            </a:r>
            <a:r>
              <a:rPr lang="hr-HR" dirty="0" err="1"/>
              <a:t>bathtub</a:t>
            </a:r>
            <a:r>
              <a:rPr lang="hr-HR" dirty="0"/>
              <a:t>, bed, </a:t>
            </a:r>
            <a:r>
              <a:rPr lang="hr-HR" dirty="0" err="1"/>
              <a:t>chair</a:t>
            </a:r>
            <a:r>
              <a:rPr lang="hr-HR" dirty="0"/>
              <a:t>, desk, </a:t>
            </a:r>
            <a:r>
              <a:rPr lang="hr-HR" dirty="0" err="1"/>
              <a:t>dresser</a:t>
            </a:r>
            <a:r>
              <a:rPr lang="hr-HR" dirty="0"/>
              <a:t>, monitor, </a:t>
            </a:r>
            <a:r>
              <a:rPr lang="hr-HR" dirty="0" err="1"/>
              <a:t>nightstand</a:t>
            </a:r>
            <a:r>
              <a:rPr lang="hr-HR" dirty="0"/>
              <a:t>,...)</a:t>
            </a:r>
          </a:p>
          <a:p>
            <a:endParaRPr lang="hr-HR" dirty="0"/>
          </a:p>
        </p:txBody>
      </p:sp>
      <p:pic>
        <p:nvPicPr>
          <p:cNvPr id="5" name="Picture 4" descr="A grey bed with two pillows&#10;&#10;AI-generated content may be incorrect.">
            <a:extLst>
              <a:ext uri="{FF2B5EF4-FFF2-40B4-BE49-F238E27FC236}">
                <a16:creationId xmlns:a16="http://schemas.microsoft.com/office/drawing/2014/main" id="{838BB75E-2075-B180-DF5E-925D0724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59" y="3229349"/>
            <a:ext cx="3867580" cy="2660463"/>
          </a:xfrm>
          <a:prstGeom prst="rect">
            <a:avLst/>
          </a:prstGeom>
        </p:spPr>
      </p:pic>
      <p:pic>
        <p:nvPicPr>
          <p:cNvPr id="7" name="Picture 6" descr="A rainbow colored dots&#10;&#10;AI-generated content may be incorrect.">
            <a:extLst>
              <a:ext uri="{FF2B5EF4-FFF2-40B4-BE49-F238E27FC236}">
                <a16:creationId xmlns:a16="http://schemas.microsoft.com/office/drawing/2014/main" id="{EA8A8453-516A-D7AC-D0EE-A03EABE47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418" y="3131549"/>
            <a:ext cx="2897670" cy="2979206"/>
          </a:xfrm>
          <a:prstGeom prst="rect">
            <a:avLst/>
          </a:prstGeom>
        </p:spPr>
      </p:pic>
      <p:pic>
        <p:nvPicPr>
          <p:cNvPr id="9" name="Picture 8" descr="A low poly toilet with a broken seat&#10;&#10;AI-generated content may be incorrect.">
            <a:extLst>
              <a:ext uri="{FF2B5EF4-FFF2-40B4-BE49-F238E27FC236}">
                <a16:creationId xmlns:a16="http://schemas.microsoft.com/office/drawing/2014/main" id="{C929113C-9895-43A4-EDFB-06A5EF430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298" y="3031513"/>
            <a:ext cx="2260974" cy="317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1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26B9-156E-14D0-54DA-10B04D17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ShapeNetPart</a:t>
            </a:r>
            <a:endParaRPr lang="hr-HR" dirty="0"/>
          </a:p>
        </p:txBody>
      </p:sp>
      <p:pic>
        <p:nvPicPr>
          <p:cNvPr id="5" name="Content Placeholder 4" descr="A group of objects drawn with dots&#10;&#10;AI-generated content may be incorrect.">
            <a:extLst>
              <a:ext uri="{FF2B5EF4-FFF2-40B4-BE49-F238E27FC236}">
                <a16:creationId xmlns:a16="http://schemas.microsoft.com/office/drawing/2014/main" id="{4C6692FB-432C-EEA6-5741-D01B0886E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0533" y="2437817"/>
            <a:ext cx="6150933" cy="36090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66C5E1-05F5-093C-0314-04180AF75B0E}"/>
              </a:ext>
            </a:extLst>
          </p:cNvPr>
          <p:cNvSpPr txBox="1"/>
          <p:nvPr/>
        </p:nvSpPr>
        <p:spPr>
          <a:xfrm>
            <a:off x="838200" y="1690688"/>
            <a:ext cx="7781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dirty="0"/>
              <a:t>- 16 </a:t>
            </a:r>
            <a:r>
              <a:rPr lang="hr-HR" sz="2000" dirty="0" err="1"/>
              <a:t>podkategorija</a:t>
            </a:r>
            <a:r>
              <a:rPr lang="hr-HR" sz="2000" dirty="0"/>
              <a:t> (16 881 oblika), 70/10/20</a:t>
            </a:r>
          </a:p>
        </p:txBody>
      </p:sp>
    </p:spTree>
    <p:extLst>
      <p:ext uri="{BB962C8B-B14F-4D97-AF65-F5344CB8AC3E}">
        <p14:creationId xmlns:p14="http://schemas.microsoft.com/office/powerpoint/2010/main" val="52466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7F5B-87E0-8101-E490-76D3DC4E3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.</a:t>
            </a:r>
            <a:r>
              <a:rPr lang="hr-HR" dirty="0" err="1"/>
              <a:t>off</a:t>
            </a:r>
            <a:r>
              <a:rPr lang="hr-HR" dirty="0"/>
              <a:t> datoteka (ModelNet10)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1D1FE2F-5389-3433-FBF7-F84926ED7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16357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F603D0-1242-9AF8-26AC-F7E1D7BDE2CB}"/>
              </a:ext>
            </a:extLst>
          </p:cNvPr>
          <p:cNvSpPr txBox="1"/>
          <p:nvPr/>
        </p:nvSpPr>
        <p:spPr>
          <a:xfrm>
            <a:off x="4907280" y="2994184"/>
            <a:ext cx="6360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err="1"/>
              <a:t>ShapeNetPart</a:t>
            </a:r>
            <a:endParaRPr lang="hr-HR" dirty="0"/>
          </a:p>
          <a:p>
            <a:endParaRPr lang="hr-HR" dirty="0"/>
          </a:p>
          <a:p>
            <a:pPr marL="285750" indent="-285750">
              <a:buFontTx/>
              <a:buChar char="-"/>
            </a:pPr>
            <a:r>
              <a:rPr lang="hr-HR" dirty="0"/>
              <a:t>koristi UUID kao identifikator datoteke</a:t>
            </a:r>
          </a:p>
          <a:p>
            <a:pPr marL="285750" indent="-285750">
              <a:buFontTx/>
              <a:buChar char="-"/>
            </a:pPr>
            <a:r>
              <a:rPr lang="hr-HR" dirty="0"/>
              <a:t>ima listu točaka (.</a:t>
            </a:r>
            <a:r>
              <a:rPr lang="hr-HR" dirty="0" err="1"/>
              <a:t>pts</a:t>
            </a:r>
            <a:r>
              <a:rPr lang="hr-HR" dirty="0"/>
              <a:t>) i listu </a:t>
            </a:r>
            <a:r>
              <a:rPr lang="hr-HR" dirty="0" err="1"/>
              <a:t>labela</a:t>
            </a:r>
            <a:r>
              <a:rPr lang="hr-HR" dirty="0"/>
              <a:t> točaka (.</a:t>
            </a:r>
            <a:r>
              <a:rPr lang="hr-HR" dirty="0" err="1"/>
              <a:t>seg</a:t>
            </a:r>
            <a:r>
              <a:rPr lang="hr-H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586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AB93-0458-30A3-9590-B09A1696B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Arhitektura - </a:t>
            </a:r>
            <a:r>
              <a:rPr lang="hr-HR" dirty="0" err="1"/>
              <a:t>PointNet</a:t>
            </a:r>
            <a:endParaRPr lang="hr-HR" dirty="0"/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62A6FBFC-CFBA-7597-23FF-BA1700EA3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750" y="1524000"/>
            <a:ext cx="103505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5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5B66-38F7-C469-0E37-926FA3B0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Transformacije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AFE4-9AD5-CDB7-F02F-0D980C4AD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input </a:t>
            </a:r>
            <a:r>
              <a:rPr lang="hr-HR" dirty="0" err="1"/>
              <a:t>transform</a:t>
            </a:r>
            <a:r>
              <a:rPr lang="hr-HR" dirty="0"/>
              <a:t> – želimo poravnati rotaciju/nagib</a:t>
            </a:r>
          </a:p>
          <a:p>
            <a:r>
              <a:rPr lang="hr-HR" dirty="0" err="1"/>
              <a:t>feature</a:t>
            </a:r>
            <a:r>
              <a:rPr lang="hr-HR" dirty="0"/>
              <a:t> </a:t>
            </a:r>
            <a:r>
              <a:rPr lang="hr-HR" dirty="0" err="1"/>
              <a:t>transform</a:t>
            </a:r>
            <a:r>
              <a:rPr lang="hr-HR" dirty="0"/>
              <a:t> – </a:t>
            </a:r>
            <a:r>
              <a:rPr lang="hr-HR" dirty="0" err="1"/>
              <a:t>usklaðivanje</a:t>
            </a:r>
            <a:r>
              <a:rPr lang="hr-HR" dirty="0"/>
              <a:t> reprezentacija značajki</a:t>
            </a:r>
          </a:p>
          <a:p>
            <a:r>
              <a:rPr lang="hr-HR" dirty="0"/>
              <a:t>koristi se </a:t>
            </a:r>
            <a:r>
              <a:rPr lang="hr-HR" dirty="0" err="1"/>
              <a:t>ortogonalna</a:t>
            </a:r>
            <a:r>
              <a:rPr lang="hr-HR" dirty="0"/>
              <a:t> </a:t>
            </a:r>
            <a:r>
              <a:rPr lang="hr-HR" dirty="0" err="1"/>
              <a:t>regularizacija</a:t>
            </a:r>
            <a:r>
              <a:rPr lang="hr-HR" dirty="0"/>
              <a:t> || I - A * A_T ||</a:t>
            </a:r>
            <a:r>
              <a:rPr lang="hr-HR" baseline="-25000" dirty="0"/>
              <a:t>F</a:t>
            </a:r>
            <a:r>
              <a:rPr lang="hr-HR" baseline="30000" dirty="0"/>
              <a:t>2</a:t>
            </a:r>
          </a:p>
          <a:p>
            <a:r>
              <a:rPr lang="hr-HR" dirty="0"/>
              <a:t>zašto </a:t>
            </a:r>
            <a:r>
              <a:rPr lang="hr-HR" dirty="0" err="1"/>
              <a:t>MaxPooling</a:t>
            </a:r>
            <a:r>
              <a:rPr lang="hr-HR" dirty="0"/>
              <a:t>?</a:t>
            </a:r>
          </a:p>
          <a:p>
            <a:pPr lvl="1"/>
            <a:r>
              <a:rPr lang="hr-HR" dirty="0"/>
              <a:t>permutacijska </a:t>
            </a:r>
            <a:r>
              <a:rPr lang="hr-HR" dirty="0" err="1"/>
              <a:t>invarijantnost</a:t>
            </a:r>
            <a:endParaRPr lang="hr-HR" dirty="0"/>
          </a:p>
          <a:p>
            <a:pPr lvl="1"/>
            <a:r>
              <a:rPr lang="hr-HR" dirty="0"/>
              <a:t>svaka dimenzija nauči detektirati neki motiv</a:t>
            </a:r>
          </a:p>
          <a:p>
            <a:pPr lvl="1"/>
            <a:r>
              <a:rPr lang="hr-HR" dirty="0"/>
              <a:t>robusnost na </a:t>
            </a:r>
            <a:r>
              <a:rPr lang="hr-HR" dirty="0" err="1"/>
              <a:t>outlier</a:t>
            </a:r>
            <a:r>
              <a:rPr lang="hr-HR" dirty="0"/>
              <a:t> točke</a:t>
            </a:r>
          </a:p>
        </p:txBody>
      </p:sp>
    </p:spTree>
    <p:extLst>
      <p:ext uri="{BB962C8B-B14F-4D97-AF65-F5344CB8AC3E}">
        <p14:creationId xmlns:p14="http://schemas.microsoft.com/office/powerpoint/2010/main" val="981408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6EB4-E760-3656-3725-F3EE74E3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Treniranje</a:t>
            </a:r>
          </a:p>
        </p:txBody>
      </p:sp>
      <p:pic>
        <p:nvPicPr>
          <p:cNvPr id="5" name="Content Placeholder 4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01EF51AC-47D6-742F-11CB-F9BFC2926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344" y="1910135"/>
            <a:ext cx="5599581" cy="3733054"/>
          </a:xfrm>
          <a:prstGeom prst="rect">
            <a:avLst/>
          </a:prstGeom>
        </p:spPr>
      </p:pic>
      <p:pic>
        <p:nvPicPr>
          <p:cNvPr id="7" name="Picture 6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227B134-1D20-CFDA-01EE-E80796FEE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740" y="1910135"/>
            <a:ext cx="5599581" cy="373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16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01EA-9B12-06F1-BF1E-8B8B0CC7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Matrica konfuzije</a:t>
            </a:r>
          </a:p>
        </p:txBody>
      </p:sp>
      <p:pic>
        <p:nvPicPr>
          <p:cNvPr id="5" name="Content Placeholder 4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9F648012-932F-B8C0-F040-1384C3310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38" y="1378651"/>
            <a:ext cx="6219264" cy="4975412"/>
          </a:xfrm>
          <a:prstGeom prst="rect">
            <a:avLst/>
          </a:prstGeom>
        </p:spPr>
      </p:pic>
      <p:pic>
        <p:nvPicPr>
          <p:cNvPr id="7" name="Picture 6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1859923E-19DD-6BD3-7FDA-513040A2C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397" y="1378651"/>
            <a:ext cx="6219265" cy="497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04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3636-2529-F82B-2C7F-0D31DE76D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Segmentacija - treniranje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EC8D02-D367-CA35-1702-BEB80F573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758" y="1690688"/>
            <a:ext cx="3636969" cy="438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4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DA633-930D-7837-D97D-7875A7E9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Klasifikacija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ECB531-A68D-A332-D414-28973D529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224380" cy="427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8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1F59-3711-584B-16AE-F74CD3A5F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Segmentacija</a:t>
            </a:r>
          </a:p>
        </p:txBody>
      </p:sp>
      <p:pic>
        <p:nvPicPr>
          <p:cNvPr id="5" name="Content Placeholder 4" descr="A plane made out of dots&#10;&#10;AI-generated content may be incorrect.">
            <a:extLst>
              <a:ext uri="{FF2B5EF4-FFF2-40B4-BE49-F238E27FC236}">
                <a16:creationId xmlns:a16="http://schemas.microsoft.com/office/drawing/2014/main" id="{00431339-A01D-6149-93FE-6095D9218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0250" y="1690688"/>
            <a:ext cx="6159500" cy="3759200"/>
          </a:xfrm>
          <a:prstGeom prst="rect">
            <a:avLst/>
          </a:prstGeom>
        </p:spPr>
      </p:pic>
      <p:pic>
        <p:nvPicPr>
          <p:cNvPr id="7" name="Picture 6" descr="A colorful dots in the air&#10;&#10;AI-generated content may be incorrect.">
            <a:extLst>
              <a:ext uri="{FF2B5EF4-FFF2-40B4-BE49-F238E27FC236}">
                <a16:creationId xmlns:a16="http://schemas.microsoft.com/office/drawing/2014/main" id="{B7128F2C-6498-6695-DA51-B94339E2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0" y="996315"/>
            <a:ext cx="2831793" cy="505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22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0CC7-C6CC-D4F9-A8F6-591FF148C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Hvala!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43F8B-56B5-8D92-E6E9-D7584254D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7890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119</Words>
  <Application>Microsoft Macintosh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Klasifikacija i segmentacija točaka oblaka</vt:lpstr>
      <vt:lpstr>PowerPoint Presentation</vt:lpstr>
      <vt:lpstr>ModelNet10</vt:lpstr>
      <vt:lpstr>ShapeNetPart</vt:lpstr>
      <vt:lpstr>.off datoteka (ModelNet10)</vt:lpstr>
      <vt:lpstr>Arhitektura - PointNet</vt:lpstr>
      <vt:lpstr>Transformacije</vt:lpstr>
      <vt:lpstr>Treniranje</vt:lpstr>
      <vt:lpstr>Matrica konfuzije</vt:lpstr>
      <vt:lpstr>Segmentacija - treniranje</vt:lpstr>
      <vt:lpstr>Klasifikacija</vt:lpstr>
      <vt:lpstr>Segmentacija</vt:lpstr>
      <vt:lpstr>Hvala!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Barukcic</dc:creator>
  <cp:lastModifiedBy>Dominik Barukcic</cp:lastModifiedBy>
  <cp:revision>6</cp:revision>
  <dcterms:created xsi:type="dcterms:W3CDTF">2026-01-29T12:02:01Z</dcterms:created>
  <dcterms:modified xsi:type="dcterms:W3CDTF">2026-01-29T15:19:14Z</dcterms:modified>
</cp:coreProperties>
</file>